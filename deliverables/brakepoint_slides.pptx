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drugs work by releasing the brakes on a T cell, but they help only a minority of patients, because only a handful of those brakes are drugged. So we went looking for the rest of them, right across the genome. This is Brakepoint, built with Claude Science.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brakes matter beyond checkpoint therapy. They also throttle engineered CAR-T. So across the genome, which genes are the brakes? And which knockdowns push a human T cell toward a stronger effector state?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from a genome-scale CRISPR-interference screen: over twelve thousand gene knockdowns, across 2.6 million primary human CD4 T cells, from the Gladstone Institutes. Two donors, out of an intended four.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find the brakes in twelve thousand knockdowns? The reflex is to rank by significance, but at two million cells, that breaks down. Over 97% of the tested knockdowns clear the bar. So we rank by causal effect size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effect size alone still points at the wrong genes. The biggest hits are the cell's own signaling machinery. So we add what a magnitude ranking leaves out. Direction. Does the knockdown push toward the effector program, or away? Now the machinery falls away, and the candidate brakes rise into 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isn't a static picture. Every one of the eleven thousand that passed our testing threshold is here to explore. Search any gene, hover any point, and read its causal effect and its direction. It's the real leaderboard, live.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that's the edge. Differential expression finds correlations, not what to drug. Genetics points to a locus, rarely a direction. We measure what a knockdown actually does, and which way it pushes, then weigh it against genetics and the clinic.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that map, five candidates chosen using prior evidence: CBLB, CD5, DGKA, SMAD3, and UBASH3A. Each scored across seven lines of evidence, from causal effect and direction to human genetics and clinical precedent.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lead is CBLB. It's a natural off-switch for T-cell activation, and inhibitors are already in early-phase trials. Its genetics point the same way, and it lands in our brake quadrant. CD5 and DGKA come next.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honest about what two donors can support. CD5 and DGKA hold up in both. The other three ride on one donor. Known brakes aren't significantly enriched, but that's a two-donor power limit, not a null result. So this stays a ranked shortlist for the full cohort, a hypothesis to test, not a finished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candidate brakes, led by CBLB. It's a target the industry already drugs, so recovering it validates our method. Every figure regenerates from cached outputs with one command, checked against a real bug we caught ourselves. Explore the live map, clone the code, and help find the brakes today's drugs still miss. Built with Claude Science.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BRAKEPOINT · BUILT WITH CLAUDE</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The </a:t>
            </a:r>
            <a:r>
              <a:rPr sz="4600" b="1">
                <a:solidFill>
                  <a:srgbClr val="F4B062"/>
                </a:solidFill>
                <a:latin typeface="Arial"/>
              </a:rPr>
              <a:t>brakes</a:t>
            </a:r>
            <a:r>
              <a:rPr sz="4600" b="1">
                <a:solidFill>
                  <a:srgbClr val="FFFFFF"/>
                </a:solidFill>
                <a:latin typeface="Arial"/>
              </a:rPr>
              <a:t> on a T cell are its drug targets.</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THESIS</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Which knockdowns make a T cell a </a:t>
            </a:r>
            <a:r>
              <a:rPr sz="4600" b="1">
                <a:solidFill>
                  <a:srgbClr val="F4B062"/>
                </a:solidFill>
                <a:latin typeface="Arial"/>
              </a:rPr>
              <a:t>stronger effector</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SCREEN</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2.6M CD4</a:t>
            </a:r>
            <a:r>
              <a:rPr sz="4600" b="1">
                <a:solidFill>
                  <a:srgbClr val="2FD6BF"/>
                </a:solidFill>
                <a:latin typeface="Arial"/>
              </a:rPr>
              <a:t>+</a:t>
            </a:r>
            <a:r>
              <a:rPr sz="4600" b="1">
                <a:solidFill>
                  <a:srgbClr val="FFFFFF"/>
                </a:solidFill>
                <a:latin typeface="Arial"/>
              </a:rPr>
              <a:t> T cells · 12,449 CRISPRi knockdowns.</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TRAP · SIGNIFICANCE</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Significance can't rank a </a:t>
            </a:r>
            <a:r>
              <a:rPr sz="4600" b="1">
                <a:solidFill>
                  <a:srgbClr val="2FD6BF"/>
                </a:solidFill>
                <a:latin typeface="Arial"/>
              </a:rPr>
              <a:t>million-cell screen</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ENGINE · SIGNED CAUSAL MAP</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Rank by effect size, then add the </a:t>
            </a:r>
            <a:r>
              <a:rPr sz="4600" b="1">
                <a:solidFill>
                  <a:srgbClr val="F4B062"/>
                </a:solidFill>
                <a:latin typeface="Arial"/>
              </a:rPr>
              <a:t>sign</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EXPLORE · THE LIVE LEADERBOARD</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Not a picture — </a:t>
            </a:r>
            <a:r>
              <a:rPr sz="4600" b="1">
                <a:solidFill>
                  <a:srgbClr val="F4B062"/>
                </a:solidFill>
                <a:latin typeface="Arial"/>
              </a:rPr>
              <a:t>the real leaderboard</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WHY IT'S DIFFERENT</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Same data. </a:t>
            </a:r>
            <a:r>
              <a:rPr sz="4600" b="1">
                <a:solidFill>
                  <a:srgbClr val="F4B062"/>
                </a:solidFill>
                <a:latin typeface="Arial"/>
              </a:rPr>
              <a:t>A sharper question.</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SHORTLIST</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Five candidate brakes: </a:t>
            </a:r>
            <a:r>
              <a:rPr sz="4600" b="1">
                <a:solidFill>
                  <a:srgbClr val="F4B062"/>
                </a:solidFill>
                <a:latin typeface="Arial"/>
              </a:rPr>
              <a:t>CBLB, CD5, DGKA, SMAD3, UBASH3A</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THE LEAD · CBLB</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4B062"/>
                </a:solidFill>
                <a:latin typeface="Arial"/>
              </a:rPr>
              <a:t>CBLB</a:t>
            </a:r>
            <a:r>
              <a:rPr sz="4600" b="1">
                <a:solidFill>
                  <a:srgbClr val="FFFFFF"/>
                </a:solidFill>
                <a:latin typeface="Arial"/>
              </a:rPr>
              <a:t> — inhibitors already in early-phase trials.</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REPORTED HONESTLY</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CD5 &amp; DGKA hold up; the rest are </a:t>
            </a:r>
            <a:r>
              <a:rPr sz="4600" b="1">
                <a:solidFill>
                  <a:srgbClr val="F4B062"/>
                </a:solidFill>
                <a:latin typeface="Arial"/>
              </a:rPr>
              <a:t>donor-split</a:t>
            </a:r>
            <a:r>
              <a:rPr sz="4600" b="1">
                <a:solidFill>
                  <a:srgbClr val="FFFFFF"/>
                </a:solidFill>
                <a:latin typeface="Arial"/>
              </a:rPr>
              <a:t> (p = 0.70).</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211"/>
        </a:solidFill>
        <a:effectLst/>
      </p:bgPr>
    </p:bg>
    <p:spTree>
      <p:nvGrpSpPr>
        <p:cNvPr id="1" name=""/>
        <p:cNvGrpSpPr/>
        <p:nvPr/>
      </p:nvGrpSpPr>
      <p:grpSpPr/>
      <p:sp>
        <p:nvSpPr>
          <p:cNvPr id="2" name="TextBox 1"/>
          <p:cNvSpPr txBox="1"/>
          <p:nvPr/>
        </p:nvSpPr>
        <p:spPr>
          <a:xfrm>
            <a:off x="822960" y="914400"/>
            <a:ext cx="10515600" cy="457200"/>
          </a:xfrm>
          <a:prstGeom prst="rect">
            <a:avLst/>
          </a:prstGeom>
          <a:noFill/>
        </p:spPr>
        <p:txBody>
          <a:bodyPr wrap="none">
            <a:spAutoFit/>
          </a:bodyPr>
          <a:lstStyle/>
          <a:p>
            <a:r>
              <a:rPr sz="1500" b="1">
                <a:solidFill>
                  <a:srgbClr val="2FD6BF"/>
                </a:solidFill>
                <a:latin typeface="Arial"/>
              </a:rPr>
              <a:t>OPEN SOURCE · MIT</a:t>
            </a:r>
          </a:p>
        </p:txBody>
      </p:sp>
      <p:sp>
        <p:nvSpPr>
          <p:cNvPr id="3" name="TextBox 2"/>
          <p:cNvSpPr txBox="1"/>
          <p:nvPr/>
        </p:nvSpPr>
        <p:spPr>
          <a:xfrm>
            <a:off x="822960" y="2011680"/>
            <a:ext cx="10515600" cy="2926080"/>
          </a:xfrm>
          <a:prstGeom prst="rect">
            <a:avLst/>
          </a:prstGeom>
          <a:noFill/>
        </p:spPr>
        <p:txBody>
          <a:bodyPr wrap="square">
            <a:spAutoFit/>
          </a:bodyPr>
          <a:lstStyle/>
          <a:p>
            <a:r>
              <a:rPr sz="4600" b="1">
                <a:solidFill>
                  <a:srgbClr val="FFFFFF"/>
                </a:solidFill>
                <a:latin typeface="Arial"/>
              </a:rPr>
              <a:t>Every number traces back to </a:t>
            </a:r>
            <a:r>
              <a:rPr sz="4600" b="1">
                <a:solidFill>
                  <a:srgbClr val="2FD6BF"/>
                </a:solidFill>
                <a:latin typeface="Arial"/>
              </a:rPr>
              <a:t>code</a:t>
            </a:r>
            <a:r>
              <a:rPr sz="4600" b="1">
                <a:solidFill>
                  <a:srgbClr val="FFFFFF"/>
                </a:solidFill>
                <a:latin typeface="Arial"/>
              </a:rPr>
              <a:t>.</a:t>
            </a:r>
          </a:p>
        </p:txBody>
      </p:sp>
      <p:sp>
        <p:nvSpPr>
          <p:cNvPr id="4" name="TextBox 3"/>
          <p:cNvSpPr txBox="1"/>
          <p:nvPr/>
        </p:nvSpPr>
        <p:spPr>
          <a:xfrm>
            <a:off x="822960" y="6126480"/>
            <a:ext cx="10515600" cy="457200"/>
          </a:xfrm>
          <a:prstGeom prst="rect">
            <a:avLst/>
          </a:prstGeom>
          <a:noFill/>
        </p:spPr>
        <p:txBody>
          <a:bodyPr wrap="none">
            <a:spAutoFit/>
          </a:bodyPr>
          <a:lstStyle/>
          <a:p>
            <a:r>
              <a:rPr sz="1100">
                <a:solidFill>
                  <a:srgbClr val="8FA39D"/>
                </a:solidFill>
                <a:latin typeface="Arial"/>
              </a:rPr>
              <a:t>Brakepoint · Chengchen (Sam) Duan · duanchengchen@gmail.com · github.com/duanchengchen-oss · Built with Claude 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