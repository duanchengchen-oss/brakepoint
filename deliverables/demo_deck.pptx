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if the biggest hit in your screen is the worst drug target? This is a signed causal map of T-cell function —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from a simple question: in human T cells, which genes — when you knock them down — make the cell a better effector, and which just break it? The better-effector genes are the brakes: release them and you boost the immune response. But in a genome-scale screen, those brakes hide among twelve thousand knockdowns across two and a half million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you're about to see was built with Claude Science, and every number carries its provenance. Each result is a versioned artifact — its exact code, environment, and the conversation that produced it. A background reviewer checks every claim against what actually ran; it caught a real statistical bug in our effect-size metric before it ever reached a figure. The heavy compute runs on an NVIDIA DGX Spark — the signed map over 2.6 million cells finishes in about forty seconds. [OVERLAY: live Claude Science provenance capture]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 has two axes. First, causal effect size — a power-equalized energy distance — tells you how much a knockdown changes the cell. But magnitude alone can't tell a drug target from essential machinery: both land far from control. So we add a second axis: a per-cell direction-of-effect score. Positive means the knockdown pushes cells toward the effector program — a brake. Negative means it pushes them away — required machinery.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the map validates itself. Completely unsupervised, the largest effects are the entire TCR-signalling module — ZAP70, the CD3 complex, LAT, PLCG1. The direction axis then flags fourteen of the top fifteen as machinery, not targets — and it agrees across both donors, every time. A map that gets the machinery right is one you can trust to point at the brakes.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map. Effect size across the bottom, direction up the side. Down in the teal — the largest, most consistent effects — is the machinery: knocking it down cripples the cell. The drug signal is the sparse quadrant up top, in amber: knockdowns that enhance effector function. That's where the real targets live — and where a magnitude-only ranking would never have looked. [OVERLAY: live Claude Science capture of the run producing this figure]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that quadrant the map recovers real drug-target biology. CD5 and DGKA — classic inhibitory brakes, consistent across donors, and already being drugged. Higher-magnitude candidates like the TGF-beta node SMAD3 are donor-split at two donors, so we present them honestly, as a prioritized shortlist for the full four-donor cohort. The method is validated; the leads are exactly that —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It's fully open source — fixed seeds, one command to reproduce. And the whole map, from raw cells to this figure, was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