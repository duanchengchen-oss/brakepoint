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if the biggest hit in your screen is the worst drug target? This is Brakepoint — a signed causal map of T-cell function, built with Claude Science.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question: in human T cells, which knockdowns make the cell a better effector, and which just break it? The better-effector genes are the brakes — release them, and you boost immunity. But they hide among twelve thousand knockdowns, across two and a half million cells.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here was built with Claude Science, and every number carries its provenance. Each result is a versioned artifact — its code, its environment, the conversation behind it. A background reviewer checks every claim against what actually ran; it caught a real statistical bug before it reached a figure. The heavy compute runs on a DGX Spark — the map over two-point-six million cells, in forty seconds. [OPTIONAL OVERLAY: live Claude Science provenance capture]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method has two axes. Effect size — an energy distance — tells you how much a knockdown changes the cell. But magnitude can't separate a drug target from essential machinery; both land far from control. So we add direction: a per-cell score. Positive, the knockdown pushes cells toward the effector program — a brake. Negative, it's required machinery.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the map validates itself. Unsupervised, the largest effects are the entire T-cell-receptor module — ZAP70, the CD3 complex, LAT. The direction axis flags fourteen of the top fifteen as machinery, not targets — and both donors agree, every time. Get the machinery right, and you can trust the brakes.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map. Effect size across the bottom, direction up the side. In teal, the largest, most consistent effects — the machinery: knock it down, you cripple the cell. The drug signal is the sparse amber quadrant up top: knockdowns that enhance effector function. That's where the real targets live. [OPTIONAL OVERLAY: live Claude Science capture of the run behind this figure]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There, the map recovers real drug-target biology. CD5 and DGKA — classic brakes, consistent across donors, already being drugged. Higher-magnitude candidates like the TGF-beta node SMAD3 are donor-split at two donors, so we flag them honestly — a shortlist for the full four-donor cohort. The method is validated; the leads are leads.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Fully open source — fixed seeds, one command to reproduce. The whole map, from raw cells to this figure, built with Claude Science.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