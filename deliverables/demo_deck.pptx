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 cell's brakes are its best drug targets. This is Brakepoint — druggable-brake discovery from a 2.6-million-cell screen,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Checkpoint blockade works by releasing the brakes on T cells; CAR-T engineers T cells to attack. Both point to the same prize. So we asked: across the genome, which druggable genes are the brakes — which knockdowns push a human T cell toward a stronger effector state?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from a genome-scale CRISPR-interference screen — over twelve thousand gene knockdowns, across 2.6 million primary human CD4 T cells, from the Gladstone Institutes. Two donors, of an intended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 by effect size alone points at the wrong genes: the biggest hits are the cell's own essential signaling machinery. So we added a direction-of-effect axis — an 8-hour transcriptional readout. Now the machinery drops to the bottom, and the drug-relevant brakes rise to the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that map, five candidate brakes — CBLB, CD5, DGKA, SMAD3, and UBASH3A — each scored across seven axes of convergent evidence: causal effect, direction, donor consistency, viability, druggability, human genetics, and clinical precedent.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lead is CBLB. Its inhibitors are already in early-phase trials, its human genetics are directionally consistent with a T-cell brake, and it sits squarely in our brake quadrant. CD5 and DGKA follow — consistent across both donors, with external tractability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we report it honestly. With just two donors, CD5 and DGKA hold up in both; CBLB and the higher-effect candidates are driven by one, and known brakes aren't yet enriched as a group. So this is a prioritized shortlist for the full four-donor cohort — a hypothesis to validate, not a finished target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candidate traces back to code — open source, one command to reproduce,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