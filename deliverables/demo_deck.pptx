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Checkpoint drugs work by releasing the brakes on a T cell — but they help only a minority of patients, because only a handful of those brakes are drugged. So we went looking for the rest, genome-wide. This is Brakepoint, built with Claude Science.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Those brakes matter beyond checkpoint therapy — they also throttle engineered CAR-T. So across the genome, which genes are the brakes — which knockdowns push a human T cell toward a stronger effector state?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started from a genome-scale CRISPR-interference screen: over twelve thousand gene knockdowns, across 2.6 million primary human CD4 T cells, from the Gladstone Institutes. Two donors, out of an intended four.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do you find the brakes in twelve thousand knockdowns? The reflex is to rank by significance — but at two million cells that breaks down: over 97% of the tested knockdowns clear the bar. So we rank by causal effect size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But effect size alone still points at the wrong genes — the biggest hits are the cell's own signaling machinery. So we add what a magnitude ranking leaves out: direction — toward the effector program, or away. Now the machinery falls away, and the candidate brakes rise into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this isn't a static picture. Every one of the eleven thousand tested knockdowns is here to explore — search any gene, hover any point, and read its causal effect and its direction. It's the real leaderboard,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that's the edge. Differential expression finds correlations — not what to drug. Genetics points to a locus, rarely a direction. We measure what a knockdown actually does, and which way it pushes — then weigh it against genetics and the clinic.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that map, five prior-informed candidates: CBLB, CD5, DGKA, SMAD3, and UBASH3A — each scored across seven lines of evidence, from causal effect and direction to human genetics and clinical precedent.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lead is CBLB. It's a natural off-switch for T-cell activation, and inhibitors are already in early-phase trials. Its genetics point the same way, and it lands in our brake quadrant. CD5 and DGKA come next — and both hold up across donors.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we're honest about what two donors can support. CD5 and DGKA hold up in both; the other three ride on one donor. As a group, known brakes aren't significantly enriched — so this is a ranked shortlist for the full cohort, a hypothesis to test, not a finished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candidate brakes, led by CBLB — every number reproducible from one command, and checked against a real bug we caught ourselves. Explore the live map, clone the code, and help find the brakes today's drugs still miss. Built with Claude Science.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FD6BF"/>
                </a:solidFill>
                <a:latin typeface="Arial"/>
              </a:rPr>
              <a:t>BRAKEPOINT · BUILT WITH CLAUDE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  <a:latin typeface="Arial"/>
              </a:rPr>
              <a:t>The </a:t>
            </a:r>
            <a:r>
              <a:rPr sz="4600" b="1">
                <a:solidFill>
                  <a:srgbClr val="F4B062"/>
                </a:solidFill>
                <a:latin typeface="Arial"/>
              </a:rPr>
              <a:t>brakes</a:t>
            </a:r>
            <a:r>
              <a:rPr sz="4600" b="1">
                <a:solidFill>
                  <a:srgbClr val="FFFFFF"/>
                </a:solidFill>
                <a:latin typeface="Arial"/>
              </a:rPr>
              <a:t> on a T cell are its drug targets.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FA39D"/>
                </a:solidFill>
                <a:latin typeface="Arial"/>
              </a:rPr>
              <a:t>Brakepoint · Built with Claude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FD6BF"/>
                </a:solidFill>
                <a:latin typeface="Arial"/>
              </a:rPr>
              <a:t>THE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  <a:latin typeface="Arial"/>
              </a:rPr>
              <a:t>Which knockdowns make a T cell a </a:t>
            </a:r>
            <a:r>
              <a:rPr sz="4600" b="1">
                <a:solidFill>
                  <a:srgbClr val="F4B062"/>
                </a:solidFill>
                <a:latin typeface="Arial"/>
              </a:rPr>
              <a:t>stronger effector</a:t>
            </a:r>
            <a:r>
              <a:rPr sz="46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FA39D"/>
                </a:solidFill>
                <a:latin typeface="Arial"/>
              </a:rPr>
              <a:t>Brakepoint · Built with Claude Science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FD6BF"/>
                </a:solidFill>
                <a:latin typeface="Arial"/>
              </a:rPr>
              <a:t>THE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  <a:latin typeface="Arial"/>
              </a:rPr>
              <a:t>2.6M CD4</a:t>
            </a:r>
            <a:r>
              <a:rPr sz="4600" b="1">
                <a:solidFill>
                  <a:srgbClr val="2FD6BF"/>
                </a:solidFill>
                <a:latin typeface="Arial"/>
              </a:rPr>
              <a:t>+</a:t>
            </a:r>
            <a:r>
              <a:rPr sz="4600" b="1">
                <a:solidFill>
                  <a:srgbClr val="FFFFFF"/>
                </a:solidFill>
                <a:latin typeface="Arial"/>
              </a:rPr>
              <a:t> T cells · 12,449 CRISPRi knockdowns.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FA39D"/>
                </a:solidFill>
                <a:latin typeface="Arial"/>
              </a:rPr>
              <a:t>Brakepoint · Built with Claude 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FD6BF"/>
                </a:solidFill>
                <a:latin typeface="Arial"/>
              </a:rPr>
              <a:t>THE TRAP · SIGNIFICANCE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  <a:latin typeface="Arial"/>
              </a:rPr>
              <a:t>Significance can't rank a </a:t>
            </a:r>
            <a:r>
              <a:rPr sz="4600" b="1">
                <a:solidFill>
                  <a:srgbClr val="2FD6BF"/>
                </a:solidFill>
                <a:latin typeface="Arial"/>
              </a:rPr>
              <a:t>million-cell screen</a:t>
            </a:r>
            <a:r>
              <a:rPr sz="4600" b="1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FA39D"/>
                </a:solidFill>
                <a:latin typeface="Arial"/>
              </a:rPr>
              <a:t>Brakepoint · Built with Claude Science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FD6BF"/>
                </a:solidFill>
                <a:latin typeface="Arial"/>
              </a:rPr>
              <a:t>THE ENGINE · SIGNED CAUSAL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  <a:latin typeface="Arial"/>
              </a:rPr>
              <a:t>Rank by effect size, then add the </a:t>
            </a:r>
            <a:r>
              <a:rPr sz="4600" b="1">
                <a:solidFill>
                  <a:srgbClr val="F4B062"/>
                </a:solidFill>
                <a:latin typeface="Arial"/>
              </a:rPr>
              <a:t>sign</a:t>
            </a:r>
            <a:r>
              <a:rPr sz="4600" b="1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FA39D"/>
                </a:solidFill>
                <a:latin typeface="Arial"/>
              </a:rPr>
              <a:t>Brakepoint · Built with Claude Science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FD6BF"/>
                </a:solidFill>
                <a:latin typeface="Arial"/>
              </a:rPr>
              <a:t>EXPLORE · THE LIVE LEADERBOARD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  <a:latin typeface="Arial"/>
              </a:rPr>
              <a:t>Not a picture — </a:t>
            </a:r>
            <a:r>
              <a:rPr sz="4600" b="1">
                <a:solidFill>
                  <a:srgbClr val="F4B062"/>
                </a:solidFill>
                <a:latin typeface="Arial"/>
              </a:rPr>
              <a:t>the real leaderboard</a:t>
            </a:r>
            <a:r>
              <a:rPr sz="4600" b="1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FA39D"/>
                </a:solidFill>
                <a:latin typeface="Arial"/>
              </a:rPr>
              <a:t>Brakepoint · Built with Claude Science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FD6BF"/>
                </a:solidFill>
                <a:latin typeface="Arial"/>
              </a:rPr>
              <a:t>WHY IT'S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  <a:latin typeface="Arial"/>
              </a:rPr>
              <a:t>Same data. </a:t>
            </a:r>
            <a:r>
              <a:rPr sz="4600" b="1">
                <a:solidFill>
                  <a:srgbClr val="F4B062"/>
                </a:solidFill>
                <a:latin typeface="Arial"/>
              </a:rPr>
              <a:t>A sharper question.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FA39D"/>
                </a:solidFill>
                <a:latin typeface="Arial"/>
              </a:rPr>
              <a:t>Brakepoint · Built with Claude Science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FD6BF"/>
                </a:solidFill>
                <a:latin typeface="Arial"/>
              </a:rPr>
              <a:t>THE SHORTLIST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  <a:latin typeface="Arial"/>
              </a:rPr>
              <a:t>Five candidate brakes: </a:t>
            </a:r>
            <a:r>
              <a:rPr sz="4600" b="1">
                <a:solidFill>
                  <a:srgbClr val="F4B062"/>
                </a:solidFill>
                <a:latin typeface="Arial"/>
              </a:rPr>
              <a:t>CBLB, CD5, DGKA, SMAD3, UBASH3A</a:t>
            </a:r>
            <a:r>
              <a:rPr sz="4600" b="1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FA39D"/>
                </a:solidFill>
                <a:latin typeface="Arial"/>
              </a:rPr>
              <a:t>Brakepoint · Built with Claude Science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FD6BF"/>
                </a:solidFill>
                <a:latin typeface="Arial"/>
              </a:rPr>
              <a:t>THE LEAD · CBLB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4B062"/>
                </a:solidFill>
                <a:latin typeface="Arial"/>
              </a:rPr>
              <a:t>CBLB</a:t>
            </a:r>
            <a:r>
              <a:rPr sz="4600" b="1">
                <a:solidFill>
                  <a:srgbClr val="FFFFFF"/>
                </a:solidFill>
                <a:latin typeface="Arial"/>
              </a:rPr>
              <a:t> — inhibitors already in early-phase trials.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FA39D"/>
                </a:solidFill>
                <a:latin typeface="Arial"/>
              </a:rPr>
              <a:t>Brakepoint · Built with Claude Science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FD6BF"/>
                </a:solidFill>
                <a:latin typeface="Arial"/>
              </a:rPr>
              <a:t>REPORTED HONESTLY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  <a:latin typeface="Arial"/>
              </a:rPr>
              <a:t>CD5 &amp; DGKA hold up; the rest are </a:t>
            </a:r>
            <a:r>
              <a:rPr sz="4600" b="1">
                <a:solidFill>
                  <a:srgbClr val="F4B062"/>
                </a:solidFill>
                <a:latin typeface="Arial"/>
              </a:rPr>
              <a:t>donor-split</a:t>
            </a:r>
            <a:r>
              <a:rPr sz="4600" b="1">
                <a:solidFill>
                  <a:srgbClr val="FFFFFF"/>
                </a:solidFill>
                <a:latin typeface="Arial"/>
              </a:rPr>
              <a:t> (p = 0.70).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FA39D"/>
                </a:solidFill>
                <a:latin typeface="Arial"/>
              </a:rPr>
              <a:t>Brakepoint · Built with Claude Science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FD6BF"/>
                </a:solidFill>
                <a:latin typeface="Arial"/>
              </a:rPr>
              <a:t>OPEN SOURCE · 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  <a:latin typeface="Arial"/>
              </a:rPr>
              <a:t>Every number traces back to </a:t>
            </a:r>
            <a:r>
              <a:rPr sz="4600" b="1">
                <a:solidFill>
                  <a:srgbClr val="2FD6BF"/>
                </a:solidFill>
                <a:latin typeface="Arial"/>
              </a:rPr>
              <a:t>code</a:t>
            </a:r>
            <a:r>
              <a:rPr sz="4600" b="1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FA39D"/>
                </a:solidFill>
                <a:latin typeface="Arial"/>
              </a:rPr>
              <a:t>Brakepoint · Built with Claude Science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