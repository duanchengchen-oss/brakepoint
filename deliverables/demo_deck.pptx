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 cell's brakes are its best drug targets. This is Brakepoint — druggable-brake discovery from a two-and-a-half-million-cell screen,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powerful immunotherapies — checkpoint blockade, CAR-T — all work by releasing brakes on T cells. So we asked a simple question: across the entire genome, which druggable genes are those brakes? Which knockdowns make a human T cell a stronger effector?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from a genome-scale CRISPR-interference screen — twelve thousand gene knockdowns, across two and a half million primary human CD4 T cells, from the Gladstone Institutes.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 by effect size alone points at the wrong genes: the biggest hits are the cell's own essential signaling machinery. So we added a direction-of-effect axis. Now the machinery drops to the bottom, and the drug-relevant brakes rise to the top. This map is our discovery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that map, a shortlist of five druggable brakes — each scored across seven axes of convergent evidence: causal effect, direction, donor consistency, druggability, human genetics, and clinical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lead is CBLB — a brake that's already a drug. Two oral CBL-B inhibitors are in trials, losing it causes autoimmunity in people, and it sits squarely in our brake quadrant. CD5 and DGKA follow — both consistent across donors, both clinically tractable.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we report it honestly. With two donors, CD5 and DGKA hold up in both; CBLB and the higher-effect candidates are driven by one donor, and known brakes aren't yet enriched as a group. So this is a prioritized shortlist for the full cohort — not a finished target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target traces back to code — open source, one command to reproduce,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